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edhec_logo/EDHEC_Logo_horizontal/BUREAUTIQUE/EDHEC_Logo_horizontal_Blanc/EDHEC_Logo_horizontal_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1480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457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5F0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BAROMÈTRE IPSOS × EDHEC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2880360" y="1874520"/>
            <a:ext cx="3383280" cy="3383280"/>
          </a:xfrm>
          <a:prstGeom prst="ellipse">
            <a:avLst/>
          </a:prstGeom>
          <a:solidFill>
            <a:srgbClr val="F5F0EC"/>
          </a:solidFill>
          <a:ln w="12700">
            <a:solidFill>
              <a:srgbClr val="F5F0E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80360" y="1874520"/>
            <a:ext cx="3383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B1E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60 %</a:t>
            </a:r>
            <a:endParaRPr lang="en-US" sz="8000" dirty="0"/>
          </a:p>
        </p:txBody>
      </p:sp>
      <p:sp>
        <p:nvSpPr>
          <p:cNvPr id="6" name="Shape 3"/>
          <p:cNvSpPr/>
          <p:nvPr/>
        </p:nvSpPr>
        <p:spPr>
          <a:xfrm>
            <a:off x="4023360" y="5715000"/>
            <a:ext cx="1097280" cy="36576"/>
          </a:xfrm>
          <a:prstGeom prst="rect">
            <a:avLst/>
          </a:prstGeom>
          <a:solidFill>
            <a:srgbClr val="E07065"/>
          </a:solidFill>
          <a:ln w="12700">
            <a:solidFill>
              <a:srgbClr val="E0706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8978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Français estiment que l'IA peut améliorer la qualité des soins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7269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7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58 % pensent qu'elle peut réduire les inégalités d'accès aux soins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581824"/>
          </a:solidFill>
          <a:ln w="12700">
            <a:solidFill>
              <a:srgbClr val="5818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86136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0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Baromètre Ipsos x EDHEC, 2025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8613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7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Swipe →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edhec_logo/EDHEC_Logo_horizontal/BUREAUTIQUE/EDHEC_Logo_horizontal_Blanc/EDHEC_Logo_horizontal_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1480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457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5F0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BAROMÈTRE IPSOS × EDHEC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2880360" y="1874520"/>
            <a:ext cx="3383280" cy="3383280"/>
          </a:xfrm>
          <a:prstGeom prst="ellipse">
            <a:avLst/>
          </a:prstGeom>
          <a:solidFill>
            <a:srgbClr val="F5F0EC"/>
          </a:solidFill>
          <a:ln w="12700">
            <a:solidFill>
              <a:srgbClr val="F5F0E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80360" y="1874520"/>
            <a:ext cx="3383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B1E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51 %</a:t>
            </a:r>
            <a:endParaRPr lang="en-US" sz="8000" dirty="0"/>
          </a:p>
        </p:txBody>
      </p:sp>
      <p:sp>
        <p:nvSpPr>
          <p:cNvPr id="6" name="Shape 3"/>
          <p:cNvSpPr/>
          <p:nvPr/>
        </p:nvSpPr>
        <p:spPr>
          <a:xfrm>
            <a:off x="4023360" y="5715000"/>
            <a:ext cx="1097280" cy="36576"/>
          </a:xfrm>
          <a:prstGeom prst="rect">
            <a:avLst/>
          </a:prstGeom>
          <a:solidFill>
            <a:srgbClr val="E07065"/>
          </a:solidFill>
          <a:ln w="12700">
            <a:solidFill>
              <a:srgbClr val="E0706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8978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craignent les cyberattaques sur leurs données de santé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7269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7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48 % redoutent la perte de confidentialité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581824"/>
          </a:solidFill>
          <a:ln w="12700">
            <a:solidFill>
              <a:srgbClr val="5818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86136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0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Baromètre Ipsos x EDHEC, 2025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8613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7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Swipe →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edhec_logo/EDHEC_Logo_horizontal/BUREAUTIQUE/EDHEC_Logo_horizontal_Blanc/EDHEC_Logo_horizontal_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1480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457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5F0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BAROMÈTRE IPSOS × EDHEC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2880360" y="1874520"/>
            <a:ext cx="3383280" cy="3383280"/>
          </a:xfrm>
          <a:prstGeom prst="ellipse">
            <a:avLst/>
          </a:prstGeom>
          <a:solidFill>
            <a:srgbClr val="F5F0EC"/>
          </a:solidFill>
          <a:ln w="12700">
            <a:solidFill>
              <a:srgbClr val="F5F0E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80360" y="1874520"/>
            <a:ext cx="3383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B1E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+80 %</a:t>
            </a:r>
            <a:endParaRPr lang="en-US" sz="8000" dirty="0"/>
          </a:p>
        </p:txBody>
      </p:sp>
      <p:sp>
        <p:nvSpPr>
          <p:cNvPr id="6" name="Shape 3"/>
          <p:cNvSpPr/>
          <p:nvPr/>
        </p:nvSpPr>
        <p:spPr>
          <a:xfrm>
            <a:off x="4023360" y="5715000"/>
            <a:ext cx="1097280" cy="36576"/>
          </a:xfrm>
          <a:prstGeom prst="rect">
            <a:avLst/>
          </a:prstGeom>
          <a:solidFill>
            <a:srgbClr val="E07065"/>
          </a:solidFill>
          <a:ln w="12700">
            <a:solidFill>
              <a:srgbClr val="E0706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8978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souhaiteraient un second avis si l'IA et le médecin sont en désaccord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7269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7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Près de 4 Français sur 10 font davantage confiance au duo médecin + IA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581824"/>
          </a:solidFill>
          <a:ln w="12700">
            <a:solidFill>
              <a:srgbClr val="5818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86136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0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Baromètre Ipsos x EDHEC, 2025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8613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7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Swipe →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2026-04-14T12:49:41Z</dcterms:created>
  <dcterms:modified xsi:type="dcterms:W3CDTF">2026-04-14T12:49:41Z</dcterms:modified>
</cp:coreProperties>
</file>